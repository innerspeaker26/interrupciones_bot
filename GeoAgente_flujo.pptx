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solo razona y redacta. La app resuelve antes la ubicación con un cruce espacial determinista y se la entrega ya resuelta dentro del contexto, de modo que el agente no gasta una llamada en eso. El planning y el orden de las tools vienen de la skill; la memoria mantiene el hilo de la conversación; y la respuesta pasa siempre por los guardarraíles antes de mostrarse. El mapa lo dibuja la app, no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el GeoAgente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Interrupciones de agua · Lima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D7F2EE"/>
          </a:solidFill>
          <a:ln w="25400">
            <a:solidFill>
              <a:srgbClr val="0E9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703320"/>
            <a:ext cx="969264" cy="731520"/>
          </a:xfrm>
          <a:prstGeom prst="roundRect">
            <a:avLst>
              <a:gd name="adj" fmla="val 56250"/>
            </a:avLst>
          </a:prstGeom>
          <a:solidFill>
            <a:srgbClr val="D7F2EE"/>
          </a:solidFill>
          <a:ln w="25400">
            <a:solidFill>
              <a:srgbClr val="0E9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74920" y="2880360"/>
            <a:ext cx="2194560" cy="1234440"/>
          </a:xfrm>
          <a:prstGeom prst="can">
            <a:avLst/>
          </a:prstGeom>
          <a:solidFill>
            <a:srgbClr val="0E9C8F"/>
          </a:solidFill>
          <a:ln w="19050">
            <a:solidFill>
              <a:srgbClr val="0B7C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3282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razona y redacta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1874520"/>
            <a:ext cx="1691640" cy="786384"/>
          </a:xfrm>
          <a:prstGeom prst="rect">
            <a:avLst/>
          </a:prstGeom>
          <a:solidFill>
            <a:srgbClr val="E4E4E7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9751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231136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«¿Hay corte de agua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 zona?»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2395728"/>
            <a:ext cx="1325880" cy="640080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4114800"/>
            <a:ext cx="1371600" cy="841248"/>
          </a:xfrm>
          <a:prstGeom prst="can">
            <a:avLst/>
          </a:prstGeom>
          <a:solidFill>
            <a:srgbClr val="D7F2EE"/>
          </a:solidFill>
          <a:ln w="25400">
            <a:solidFill>
              <a:srgbClr val="0E9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3886200"/>
            <a:ext cx="0" cy="256032"/>
          </a:xfrm>
          <a:prstGeom prst="line">
            <a:avLst/>
          </a:prstGeom>
          <a:noFill/>
          <a:ln w="28575">
            <a:solidFill>
              <a:srgbClr val="A7D9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886200"/>
            <a:ext cx="2212848" cy="0"/>
          </a:xfrm>
          <a:prstGeom prst="line">
            <a:avLst/>
          </a:prstGeom>
          <a:noFill/>
          <a:ln w="28575">
            <a:solidFill>
              <a:srgbClr val="A7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5047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SKILL.md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ya resuelta por la 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interrupciones (parquet)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298448"/>
            <a:ext cx="2743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99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6550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decide qué tools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y en qué orden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2212848"/>
            <a:ext cx="0" cy="640080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63440" y="5394960"/>
            <a:ext cx="21488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4955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57515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InMemorySaver: un thread_id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sesión de navegador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V="1">
            <a:off x="5760720" y="4187952"/>
            <a:ext cx="228600" cy="1170432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86600" y="5394960"/>
            <a:ext cx="27889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54955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57515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Ubicar, consultar imprevistas,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programadas y cisternas, panorama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7178040" y="4187952"/>
            <a:ext cx="685800" cy="1170432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0" y="3493008"/>
            <a:ext cx="777240" cy="0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38160" y="3108960"/>
            <a:ext cx="1737360" cy="786384"/>
          </a:xfrm>
          <a:prstGeom prst="rect">
            <a:avLst/>
          </a:prstGeom>
          <a:solidFill>
            <a:srgbClr val="E4E4E7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2095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3465576"/>
            <a:ext cx="1554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por los 4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guardarraíles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21240" y="3493008"/>
            <a:ext cx="457200" cy="0"/>
          </a:xfrm>
          <a:prstGeom prst="line">
            <a:avLst/>
          </a:prstGeom>
          <a:noFill/>
          <a:ln w="28575">
            <a:solidFill>
              <a:srgbClr val="0E9C8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24160" y="3108960"/>
            <a:ext cx="1325880" cy="786384"/>
          </a:xfrm>
          <a:prstGeom prst="rect">
            <a:avLst/>
          </a:prstGeom>
          <a:solidFill>
            <a:srgbClr val="E4E4E7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0" y="32095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0" y="3465576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y mapa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pantalla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2026-08-25T21:15:27Z</dcterms:created>
  <dcterms:modified xsi:type="dcterms:W3CDTF">2026-08-25T21:15:27Z</dcterms:modified>
</cp:coreProperties>
</file>